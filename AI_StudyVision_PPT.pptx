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StudyVision – PPT</a:t>
            </a:r>
          </a:p>
        </p:txBody>
      </p:sp>
      <p:sp>
        <p:nvSpPr>
          <p:cNvPr id="3" name="Subtitle 2"/>
          <p:cNvSpPr>
            <a:spLocks noGrp="1"/>
          </p:cNvSpPr>
          <p:nvPr>
            <p:ph type="subTitle" idx="1"/>
          </p:nvPr>
        </p:nvSpPr>
        <p:spPr/>
        <p:txBody>
          <a:bodyPr/>
          <a:lstStyle/>
          <a:p>
            <a:r>
              <a:t>Generated by AI StudyVision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Explanation</a:t>
            </a:r>
          </a:p>
        </p:txBody>
      </p:sp>
      <p:sp>
        <p:nvSpPr>
          <p:cNvPr id="3" name="Content Placeholder 2"/>
          <p:cNvSpPr>
            <a:spLocks noGrp="1"/>
          </p:cNvSpPr>
          <p:nvPr>
            <p:ph idx="1"/>
          </p:nvPr>
        </p:nvSpPr>
        <p:spPr/>
        <p:txBody>
          <a:bodyPr/>
          <a:lstStyle/>
          <a:p>
            <a:r>
              <a:t>Java is a high-level, object-oriented programming language developed by Sun Microsystems (now owned by Oracle Corporation). It was created in the mid-1990s by James Gosling and his team at Sun Microsystems. Java is designed to be simple, easy to learn, and versatile, with applications in various fields such as web development, mobile app development, game development, and enterprise software.</a:t>
            </a:r>
          </a:p>
          <a:p/>
          <a:p>
            <a:r>
              <a:t>**Key Features of Java:**</a:t>
            </a:r>
          </a:p>
          <a:p/>
          <a:p>
            <a:r>
              <a:t>1. **Platform Independence**: Java code can run on any device that has a Java Virtual Machine (JVM) installed, regardless of the operating system or hardware architecture.</a:t>
            </a:r>
          </a:p>
          <a:p>
            <a:r>
              <a:t>2. **Object-Oriented Programming**: Java is an object-oriented language that supports encapsulation, inheritance, and polymorphism.</a:t>
            </a:r>
          </a:p>
          <a:p>
            <a:r>
              <a:t>3. **Simple and Easy to Learn**: Java has a simple syntax and is relatively easy to learn, making it a popular choice for beginners.</a:t>
            </a:r>
          </a:p>
          <a:p>
            <a:r>
              <a:t>4. **Robust Security**: Java provides strong security features, including memory management and data encryption.</a:t>
            </a:r>
          </a:p>
          <a:p>
            <a:r>
              <a:t>5. **Large Community and Ecosystem**: Java has a vast and active community of developers, with numerous libraries, frameworks, and tools available.</a:t>
            </a:r>
          </a:p>
          <a:p/>
          <a:p>
            <a:r>
              <a:t>**Java Applications:**</a:t>
            </a:r>
          </a:p>
          <a:p/>
          <a:p>
            <a:r>
              <a:t>1. **Web Development**: Java is widely used for web development, especially with the Spring Framework, Hibernate, and Java Servlets.</a:t>
            </a:r>
          </a:p>
          <a:p>
            <a:r>
              <a:t>2. **Mobile App Development**: Java is used to develop mobile apps for Android devices, using the Android SDK.</a:t>
            </a:r>
          </a:p>
          <a:p>
            <a:r>
              <a:t>3. **Game Development**: Java is used in game development, particularly with the libGDX library.</a:t>
            </a:r>
          </a:p>
          <a:p>
            <a:r>
              <a:t>4. **Enterprise Software**: Java is widely used in enterprise software development, including banking, finance, and e-commerce applications.</a:t>
            </a:r>
          </a:p>
          <a:p>
            <a:r>
              <a:t>5. **Desktop Applications**: Java is used to develop desktop applications, such as IDEs (Integrated Development Environments), media players, and more.</a:t>
            </a:r>
          </a:p>
          <a:p/>
          <a:p>
            <a:r>
              <a:t>**Java Syntax:**</a:t>
            </a:r>
          </a:p>
          <a:p/>
          <a:p>
            <a:r>
              <a:t>Java syntax is similar to C++ and other object-oriented languages. It uses keywords such as `public`, `private`, `class`, `interface`, `method`, and `variable` to define classes, objects, methods, and variables.</a:t>
            </a:r>
          </a:p>
          <a:p/>
          <a:p>
            <a:r>
              <a:t>Some basic Java syntax includes:</a:t>
            </a:r>
          </a:p>
          <a:p/>
          <a:p>
            <a:r>
              <a:t>* Variables: `int x = 10;`</a:t>
            </a:r>
          </a:p>
          <a:p>
            <a:r>
              <a:t>* Classes: `public class MyClass { ... }`</a:t>
            </a:r>
          </a:p>
          <a:p>
            <a:r>
              <a:t>* Methods: `public void myMethod() { ... }`</a:t>
            </a:r>
          </a:p>
          <a:p>
            <a:r>
              <a:t>* Conditional statements: `if (x &gt; 10) { ... }`</a:t>
            </a:r>
          </a:p>
          <a:p/>
          <a:p>
            <a:r>
              <a:t>**Java Virtual Machine (JVM):**</a:t>
            </a:r>
          </a:p>
          <a:p/>
          <a:p>
            <a:r>
              <a:t>The JVM is a software component that runs Java code. It translates Java bytecode into machine-specific code, allowing Java code to run on any device with a JVM.</a:t>
            </a:r>
          </a:p>
          <a:p/>
          <a:p>
            <a:r>
              <a:t>**Java Evolution:**</a:t>
            </a:r>
          </a:p>
          <a:p/>
          <a:p>
            <a:r>
              <a:t>Java has undergone significant changes and updates since its inception in the mid-1990s. Some notable versions include:</a:t>
            </a:r>
          </a:p>
          <a:p/>
          <a:p>
            <a:r>
              <a:t>* Java 1.0 (1995)</a:t>
            </a:r>
          </a:p>
          <a:p>
            <a:r>
              <a:t>* Java 2 Platform, Standard Edition (J2SE) (1999)</a:t>
            </a:r>
          </a:p>
          <a:p>
            <a:r>
              <a:t>* Java 3 Platform, Standard Edition (J2SE) (2000)</a:t>
            </a:r>
          </a:p>
          <a:p>
            <a:r>
              <a:t>* Java 5 (2004)</a:t>
            </a:r>
          </a:p>
          <a:p>
            <a:r>
              <a:t>* Java 6 (2006)</a:t>
            </a:r>
          </a:p>
          <a:p>
            <a:r>
              <a:t>* Java 7 (2011)</a:t>
            </a:r>
          </a:p>
          <a:p>
            <a:r>
              <a:t>* Java 8 (2014)</a:t>
            </a:r>
          </a:p>
          <a:p>
            <a:r>
              <a:t>* Java 11 (2018)</a:t>
            </a:r>
          </a:p>
          <a:p/>
          <a:p>
            <a:r>
              <a:t>Java continues to evolve, with new features and updates being added regularly.</a:t>
            </a:r>
          </a:p>
          <a:p/>
          <a:p>
            <a:r>
              <a:t>**Conclusion:**</a:t>
            </a:r>
          </a:p>
          <a:p/>
          <a:p>
            <a:r>
              <a:t>Java is a versatile and widely used programming language that has become an essential tool for developers worldwide. Its platform independence, simplicity, and robust security features make it a popular choice for various applications, from web development to mobile app development and game development.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a:t>
            </a:r>
          </a:p>
        </p:txBody>
      </p:sp>
      <p:sp>
        <p:nvSpPr>
          <p:cNvPr id="3" name="Content Placeholder 2"/>
          <p:cNvSpPr>
            <a:spLocks noGrp="1"/>
          </p:cNvSpPr>
          <p:nvPr>
            <p:ph idx="1"/>
          </p:nvPr>
        </p:nvSpPr>
        <p:spPr/>
        <p:txBody>
          <a:bodyPr/>
          <a:lstStyle/>
          <a:p>
            <a:r>
              <a:t>What would you like to know about Java? Would you like to discuss a specific topic, such as:</a:t>
            </a:r>
          </a:p>
          <a:p/>
          <a:p>
            <a:r>
              <a:t>* Syntax and basics</a:t>
            </a:r>
          </a:p>
          <a:p>
            <a:r>
              <a:t>* Object-Oriented Programming (OOP)</a:t>
            </a:r>
          </a:p>
          <a:p>
            <a:r>
              <a:t>* Data structures and algorithms</a:t>
            </a:r>
          </a:p>
          <a:p>
            <a:r>
              <a:t>* Java frameworks and libraries (e.g. Spring, Hibernate)</a:t>
            </a:r>
          </a:p>
          <a:p>
            <a:r>
              <a:t>* Java versioning and compatibility</a:t>
            </a:r>
          </a:p>
          <a:p>
            <a:r>
              <a:t>* Something else?</a:t>
            </a:r>
          </a:p>
          <a:p/>
          <a:p>
            <a:r>
              <a:t>Let me know, and I'll do my best to provide you with helpful information!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MCQs</a:t>
            </a:r>
          </a:p>
        </p:txBody>
      </p:sp>
      <p:sp>
        <p:nvSpPr>
          <p:cNvPr id="3" name="Content Placeholder 2"/>
          <p:cNvSpPr>
            <a:spLocks noGrp="1"/>
          </p:cNvSpPr>
          <p:nvPr>
            <p:ph idx="1"/>
          </p:nvPr>
        </p:nvSpPr>
        <p:spPr/>
        <p:txBody>
          <a:bodyPr/>
          <a:lstStyle/>
          <a:p>
            <a:r>
              <a:t>Here are 10 multiple-choice questions on Java:</a:t>
            </a:r>
          </a:p>
          <a:p/>
          <a:p>
            <a:r>
              <a:t>**1. What is the purpose of the main method in a Java program?**</a:t>
            </a:r>
          </a:p>
          <a:p/>
          <a:p>
            <a:r>
              <a:t>A) To declare variables</a:t>
            </a:r>
          </a:p>
          <a:p>
            <a:r>
              <a:t>B) To create an object</a:t>
            </a:r>
          </a:p>
          <a:p>
            <a:r>
              <a:t>C) To execute the program</a:t>
            </a:r>
          </a:p>
          <a:p>
            <a:r>
              <a:t>D) To define a class</a:t>
            </a:r>
          </a:p>
          <a:p/>
          <a:p>
            <a:r>
              <a:t>**Answer: C) To execute the program**</a:t>
            </a:r>
          </a:p>
          <a:p/>
          <a:p>
            <a:r>
              <a:t>**2. Which of the following is a primitive data type in Java?**</a:t>
            </a:r>
          </a:p>
          <a:p/>
          <a:p>
            <a:r>
              <a:t>A) Integer</a:t>
            </a:r>
          </a:p>
          <a:p>
            <a:r>
              <a:t>B) Double</a:t>
            </a:r>
          </a:p>
          <a:p>
            <a:r>
              <a:t>C) String</a:t>
            </a:r>
          </a:p>
          <a:p>
            <a:r>
              <a:t>D) Array</a:t>
            </a:r>
          </a:p>
          <a:p/>
          <a:p>
            <a:r>
              <a:t>**Answer: D) Array (Note: Arrays are actually objects, but they can be treated as primitives in certain contexts)**</a:t>
            </a:r>
          </a:p>
          <a:p/>
          <a:p>
            <a:r>
              <a:t>**3. What is the difference between == and .equals() in Java?**</a:t>
            </a:r>
          </a:p>
          <a:p/>
          <a:p>
            <a:r>
              <a:t>A) == checks for reference equality, while .equals() checks for value equality</a:t>
            </a:r>
          </a:p>
          <a:p>
            <a:r>
              <a:t>B) == checks for value equality, while .equals() checks for reference equality</a:t>
            </a:r>
          </a:p>
          <a:p>
            <a:r>
              <a:t>C) == is used for comparing objects, while .equals() is used for comparing primitive types</a:t>
            </a:r>
          </a:p>
          <a:p>
            <a:r>
              <a:t>D) == is used for comparing primitive types, while .equals() is used for comparing objects</a:t>
            </a:r>
          </a:p>
          <a:p/>
          <a:p>
            <a:r>
              <a:t>**Answer: B) == checks for value equality, while .equals() checks for reference equality**</a:t>
            </a:r>
          </a:p>
          <a:p/>
          <a:p>
            <a:r>
              <a:t>**4. Which of the following is a keyword in Java that is used to terminate a program?**</a:t>
            </a:r>
          </a:p>
          <a:p/>
          <a:p>
            <a:r>
              <a:t>A) System.exit()</a:t>
            </a:r>
          </a:p>
          <a:p>
            <a:r>
              <a:t>B) return</a:t>
            </a:r>
          </a:p>
          <a:p>
            <a:r>
              <a:t>C) break</a:t>
            </a:r>
          </a:p>
          <a:p>
            <a:r>
              <a:t>D) continue</a:t>
            </a:r>
          </a:p>
          <a:p/>
          <a:p>
            <a:r>
              <a:t>**Answer: A) System.exit()**</a:t>
            </a:r>
          </a:p>
          <a:p/>
          <a:p>
            <a:r>
              <a:t>**5. What is the purpose of the abstract class in Java?**</a:t>
            </a:r>
          </a:p>
          <a:p/>
          <a:p>
            <a:r>
              <a:t>A) To define a new data type</a:t>
            </a:r>
          </a:p>
          <a:p>
            <a:r>
              <a:t>B) To create a new object</a:t>
            </a:r>
          </a:p>
          <a:p>
            <a:r>
              <a:t>C) To provide a partial implementation of a class</a:t>
            </a:r>
          </a:p>
          <a:p>
            <a:r>
              <a:t>D) To extend an existing class</a:t>
            </a:r>
          </a:p>
          <a:p/>
          <a:p>
            <a:r>
              <a:t>**Answer: C) To provide a partial implementation of a class**</a:t>
            </a:r>
          </a:p>
          <a:p/>
          <a:p>
            <a:r>
              <a:t>**6. Which of the following is a method in Java that can be overridden by a subclass?**</a:t>
            </a:r>
          </a:p>
          <a:p/>
          <a:p>
            <a:r>
              <a:t>A) constructor</a:t>
            </a:r>
          </a:p>
          <a:p>
            <a:r>
              <a:t>B) finalize()</a:t>
            </a:r>
          </a:p>
          <a:p>
            <a:r>
              <a:t>C) hashCode()</a:t>
            </a:r>
          </a:p>
          <a:p>
            <a:r>
              <a:t>D) equals()</a:t>
            </a:r>
          </a:p>
          <a:p/>
          <a:p>
            <a:r>
              <a:t>**Answer: D) equals() (Note: There are other methods that can also be overridden, but equals() is one example)**</a:t>
            </a:r>
          </a:p>
          <a:p/>
          <a:p>
            <a:r>
              <a:t>**7. What is the purpose of the interface in Java?**</a:t>
            </a:r>
          </a:p>
          <a:p/>
          <a:p>
            <a:r>
              <a:t>A) To define a new data type</a:t>
            </a:r>
          </a:p>
          <a:p>
            <a:r>
              <a:t>B) To create a new object</a:t>
            </a:r>
          </a:p>
          <a:p>
            <a:r>
              <a:t>C) To provide a set of methods that must be implemented by any class that implements it</a:t>
            </a:r>
          </a:p>
          <a:p>
            <a:r>
              <a:t>D) To extend an existing class</a:t>
            </a:r>
          </a:p>
          <a:p/>
          <a:p>
            <a:r>
              <a:t>**Answer: C) To provide a set of methods that must be implemented by any class that implements it**</a:t>
            </a:r>
          </a:p>
          <a:p/>
          <a:p>
            <a:r>
              <a:t>**8. Which of the following is a type of inheritance in Java?**</a:t>
            </a:r>
          </a:p>
          <a:p/>
          <a:p>
            <a:r>
              <a:t>A) Multiple inheritance</a:t>
            </a:r>
          </a:p>
          <a:p>
            <a:r>
              <a:t>B) Single inheritance</a:t>
            </a:r>
          </a:p>
          <a:p>
            <a:r>
              <a:t>C) diamond inheritance (also known as multiple method dispatch)</a:t>
            </a:r>
          </a:p>
          <a:p>
            <a:r>
              <a:t>D) all of the above</a:t>
            </a:r>
          </a:p>
          <a:p/>
          <a:p>
            <a:r>
              <a:t>**Answer: B) Single inheritance (Note: Java does not support multiple inheritance)**</a:t>
            </a:r>
          </a:p>
          <a:p/>
          <a:p>
            <a:r>
              <a:t>**9. What is the purpose of the try-catch-finally block in Java?**</a:t>
            </a:r>
          </a:p>
          <a:p/>
          <a:p>
            <a:r>
              <a:t>A) To handle exceptions that may occur during execution</a:t>
            </a:r>
          </a:p>
          <a:p>
            <a:r>
              <a:t>B) To define a constructor for an object</a:t>
            </a:r>
          </a:p>
          <a:p>
            <a:r>
              <a:t>C) To declare variables</a:t>
            </a:r>
          </a:p>
          <a:p>
            <a:r>
              <a:t>D) To execute the program</a:t>
            </a:r>
          </a:p>
          <a:p/>
          <a:p>
            <a:r>
              <a:t>**Answer: A) To handle exceptions that may occur during execution**</a:t>
            </a:r>
          </a:p>
          <a:p/>
          <a:p>
            <a:r>
              <a:t>**10. Which of the following is a method in Java that can throw multiple exceptions?**</a:t>
            </a:r>
          </a:p>
          <a:p/>
          <a:p>
            <a:r>
              <a:t>A) void methods</a:t>
            </a:r>
          </a:p>
          <a:p>
            <a:r>
              <a:t>B) exception handling methods (e.g. try-catch-finally)</a:t>
            </a:r>
          </a:p>
          <a:p>
            <a:r>
              <a:t>C) constructors</a:t>
            </a:r>
          </a:p>
          <a:p>
            <a:r>
              <a:t>D) instance methods (all methods except static methods)</a:t>
            </a:r>
          </a:p>
          <a:p/>
          <a:p>
            <a:r>
              <a:t>**Answer: B) exception handling methods (e.g. try-catch-finally)**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